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[COVER layout — placeholder]
Hook — one sentence opening the slide for the audience.
Content — three to five sentences in Rohan's first-person voice. Reference the visual or code on the slide. Name a specific actuary, regulator, or LOB context where possible.
Punchline — one sentence, the line they should remember.
Transition — one sentence pointing to the next slide.
Target length: 80–150 words. See 00_speaker_note_template.md.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[SECTION DIVIDER layout — placeholder]
Hook — one sentence opening the slide for the audience.
Content — three to five sentences in Rohan's first-person voice. Reference the visual or code on the slide. Name a specific actuary, regulator, or LOB context where possible.
Punchline — one sentence, the line they should remember.
Transition — one sentence pointing to the next slide.
Target length: 80–150 words. See 00_speaker_note_template.md.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[TITLE + BULLETS layout — placeholder]
Hook — one sentence opening the slide for the audience.
Content — three to five sentences in Rohan's first-person voice. Reference the visual or code on the slide. Name a specific actuary, regulator, or LOB context where possible.
Punchline — one sentence, the line they should remember.
Transition — one sentence pointing to the next slide.
Target length: 80–150 words. See 00_speaker_note_template.md.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[DIAGRAM-LED layout — placeholder]
Hook — one sentence opening the slide for the audience.
Content — three to five sentences in Rohan's first-person voice. Reference the visual or code on the slide. Name a specific actuary, regulator, or LOB context where possible.
Punchline — one sentence, the line they should remember.
Transition — one sentence pointing to the next slide.
Target length: 80–150 words. See 00_speaker_note_template.md.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[CODE + OUTPUT layout — placeholder]
Hook — one sentence opening the slide for the audience.
Content — three to five sentences in Rohan's first-person voice. Reference the visual or code on the slide. Name a specific actuary, regulator, or LOB context where possible.
Punchline — one sentence, the line they should remember.
Transition — one sentence pointing to the next slide.
Target length: 80–150 words. See 00_speaker_note_template.md.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[SIDE-BY-SIDE COMPARE layout — placeholder]
Hook — one sentence opening the slide for the audience.
Content — three to five sentences in Rohan's first-person voice. Reference the visual or code on the slide. Name a specific actuary, regulator, or LOB context where possible.
Punchline — one sentence, the line they should remember.
Transition — one sentence pointing to the next slide.
Target length: 80–150 words. See 00_speaker_note_template.md.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[READER TAKEAWAY layout — placeholder]
Hook — one sentence opening the slide for the audience.
Content — three to five sentences in Rohan's first-person voice. Reference the visual or code on the slide. Name a specific actuary, regulator, or LOB context where possible.
Punchline — one sentence, the line they should remember.
Transition — one sentence pointing to the next slide.
Target length: 80–150 words. See 00_speaker_note_template.md.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[CLOSING / CREDITS layout — placeholder]
Hook — one sentence opening the slide for the audience.
Content — three to five sentences in Rohan's first-person voice. Reference the visual or code on the slide. Name a specific actuary, regulator, or LOB context where possible.
Punchline — one sentence, the line they should remember.
Transition — one sentence pointing to the next slide.
Target length: 80–150 words. See 00_speaker_note_template.md.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783080"/>
            <a:ext cx="2743200" cy="41148"/>
          </a:xfrm>
          <a:prstGeom prst="rect">
            <a:avLst/>
          </a:prstGeom>
          <a:solidFill>
            <a:srgbClr val="B89759"/>
          </a:solidFill>
          <a:ln w="12700">
            <a:solidFill>
              <a:srgbClr val="B897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292608"/>
            <a:ext cx="1143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7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0" y="29260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IFoA crest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617720"/>
            <a:ext cx="8229600" cy="18288"/>
          </a:xfrm>
          <a:prstGeom prst="rect">
            <a:avLst/>
          </a:prstGeom>
          <a:solidFill>
            <a:srgbClr val="B89759"/>
          </a:solidFill>
          <a:ln w="12700">
            <a:solidFill>
              <a:srgbClr val="B89759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2926080"/>
            <a:ext cx="914400" cy="36576"/>
          </a:xfrm>
          <a:prstGeom prst="rect">
            <a:avLst/>
          </a:prstGeom>
          <a:solidFill>
            <a:srgbClr val="B89759"/>
          </a:solidFill>
          <a:ln w="12700">
            <a:solidFill>
              <a:srgbClr val="B89759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KEAWAY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EDI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98848"/>
            <a:ext cx="9144000" cy="27432"/>
          </a:xfrm>
          <a:prstGeom prst="rect">
            <a:avLst/>
          </a:prstGeom>
          <a:solidFill>
            <a:srgbClr val="B89759"/>
          </a:solidFill>
          <a:ln w="12700">
            <a:solidFill>
              <a:srgbClr val="B89759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Workshop Title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897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Workshop subtitle 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DD Month YYYY  ·  Venue, City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3659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Instructor One</a:t>
            </a:r>
            <a:pPr algn="ctr" indent="0" marL="0">
              <a:buNone/>
            </a:pPr>
            <a:r>
              <a:rPr lang="en-US" sz="1300" dirty="0">
                <a:solidFill>
                  <a:srgbClr val="B897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Instructor Two</a:t>
            </a:r>
            <a:pPr algn="ctr" indent="0" marL="0">
              <a:buNone/>
            </a:pPr>
            <a:r>
              <a:rPr lang="en-US" sz="1300" dirty="0">
                <a:solidFill>
                  <a:srgbClr val="B897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Instructor Three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B897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title here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 one-line subtitle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20116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for Actuaries</a:t>
            </a:r>
            <a:pPr algn="r"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algn="r"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5875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title here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57607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Bullet one — short, single idea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Bullet two — keep to one line where possible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Bullet three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Bullet four (optional)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Bullet five (cap at five)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46520" y="1188720"/>
            <a:ext cx="2286000" cy="2834640"/>
          </a:xfrm>
          <a:prstGeom prst="rect">
            <a:avLst/>
          </a:prstGeom>
          <a:solidFill>
            <a:srgbClr val="F4F5F7"/>
          </a:solidFill>
          <a:ln w="9525">
            <a:solidFill>
              <a:srgbClr val="5C647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46520" y="1188720"/>
            <a:ext cx="2286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 visual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(diagram / chart / icon)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C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Citation / source goes here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S{n}.P{n}.x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20116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for Actuaries</a:t>
            </a:r>
            <a:pPr algn="r"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algn="r"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5875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title here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8138160" cy="3154680"/>
          </a:xfrm>
          <a:prstGeom prst="rect">
            <a:avLst/>
          </a:prstGeom>
          <a:solidFill>
            <a:srgbClr val="F4F5F7"/>
          </a:solidFill>
          <a:ln w="9525">
            <a:solidFill>
              <a:srgbClr val="5C647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81381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 goes here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5C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(structural visual — agent flow, model decision surface, ReAct loop, …)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437083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One-line caption beneath the diagram — what the picture is saying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C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Citation / source goes here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S{n}.P{n}.x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20116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for Actuaries</a:t>
            </a:r>
            <a:pPr algn="r"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algn="r"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5875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title here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5C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069080" y="1078992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69080" y="10789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97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in Colab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4754880" cy="3246120"/>
          </a:xfrm>
          <a:prstGeom prst="rect">
            <a:avLst/>
          </a:prstGeom>
          <a:solidFill>
            <a:srgbClr val="F4F5F7"/>
          </a:solidFill>
          <a:ln w="12700">
            <a:solidFill>
              <a:srgbClr val="E6EA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08760"/>
            <a:ext cx="44348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8–15 lines of Python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pandas as pd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motor = pd.read_csv(URL)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freq = (motor['claim_count']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/ motor['exposure_years'])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print(freq.describe())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40680" y="1115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5C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40680" y="1417320"/>
            <a:ext cx="32004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1508760"/>
            <a:ext cx="28346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count   5000.00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mean       0.08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std        0.27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min        0.00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max        4.00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C64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Name: freq, dtype: float64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C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Companion notebook: 0X_filename.ipynb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S{n}.P{n}.x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20116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for Actuaries</a:t>
            </a:r>
            <a:pPr algn="r"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algn="r"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5875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title here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0" cy="3246120"/>
          </a:xfrm>
          <a:prstGeom prst="line">
            <a:avLst/>
          </a:prstGeom>
          <a:noFill/>
          <a:ln w="9525">
            <a:solidFill>
              <a:srgbClr val="5C64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Left option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Bullet one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Bullet two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Bullet three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0060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option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00600" y="169164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Bullet one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Bullet two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Bullet three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C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Citation / source goes here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S{n}.P{n}.x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B897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N · TAKEAWAY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897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take away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8138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takeaway — single line, the headline you want them leaving with</a:t>
            </a:r>
            <a:endParaRPr lang="en-US" sz="20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takeaway — single line, complementary to the first</a:t>
            </a:r>
            <a:endParaRPr lang="en-US" sz="20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 takeaway — single line, the Monday-morning action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20116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for Actuaries</a:t>
            </a:r>
            <a:pPr algn="r"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algn="r"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instructors today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5875">
            <a:solidFill>
              <a:srgbClr val="0F1E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1620" y="1874520"/>
            <a:ext cx="548640" cy="36576"/>
          </a:xfrm>
          <a:prstGeom prst="rect">
            <a:avLst/>
          </a:prstGeom>
          <a:solidFill>
            <a:srgbClr val="B89759"/>
          </a:solidFill>
          <a:ln w="12700">
            <a:solidFill>
              <a:srgbClr val="B897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0116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Instructor One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260604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Designation line one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Affiliation line one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874520"/>
            <a:ext cx="548640" cy="36576"/>
          </a:xfrm>
          <a:prstGeom prst="rect">
            <a:avLst/>
          </a:prstGeom>
          <a:solidFill>
            <a:srgbClr val="B89759"/>
          </a:solidFill>
          <a:ln w="12700">
            <a:solidFill>
              <a:srgbClr val="B897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8980" y="20116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Instructor Two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68980" y="260604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Designation line two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Affiliation line two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63740" y="1874520"/>
            <a:ext cx="548640" cy="36576"/>
          </a:xfrm>
          <a:prstGeom prst="rect">
            <a:avLst/>
          </a:prstGeom>
          <a:solidFill>
            <a:srgbClr val="B89759"/>
          </a:solidFill>
          <a:ln w="12700">
            <a:solidFill>
              <a:srgbClr val="B897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20116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E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Instructor Three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35040" y="260604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Designation line three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Affiliation line three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4544568"/>
            <a:ext cx="84124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97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Hub: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github.com/rohanyashraj/ifoa-workshop</a:t>
            </a:r>
            <a:pPr algn="ctr" indent="0" marL="0">
              <a:buNone/>
            </a:pPr>
            <a:r>
              <a:rPr lang="en-US" sz="1200" dirty="0">
                <a:solidFill>
                  <a:srgbClr val="B897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|       </a:t>
            </a:r>
            <a:pPr algn="ctr" indent="0" marL="0">
              <a:buNone/>
            </a:pPr>
            <a:r>
              <a:rPr lang="en-US" sz="1200" b="1" dirty="0">
                <a:solidFill>
                  <a:srgbClr val="B897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due: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May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Institute and Faculty of Actuaries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Actuaries — Slide Master</dc:title>
  <dc:subject>IFoA Workshop · Hilton near Airport, Mumbai · 15 May 2026</dc:subject>
  <dc:creator>Dr Rohan Yashraj Gupta (FIA, FIAI)</dc:creator>
  <cp:lastModifiedBy>Dr Rohan Yashraj Gupta (FIA, FIAI)</cp:lastModifiedBy>
  <cp:revision>1</cp:revision>
  <dcterms:created xsi:type="dcterms:W3CDTF">2026-05-05T05:31:15Z</dcterms:created>
  <dcterms:modified xsi:type="dcterms:W3CDTF">2026-05-05T05:31:15Z</dcterms:modified>
</cp:coreProperties>
</file>